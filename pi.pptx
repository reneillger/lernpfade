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7" r:id="rId5"/>
    <p:sldId id="280" r:id="rId6"/>
    <p:sldId id="273" r:id="rId7"/>
    <p:sldId id="285" r:id="rId8"/>
    <p:sldId id="282" r:id="rId9"/>
    <p:sldId id="286" r:id="rId10"/>
    <p:sldId id="283" r:id="rId11"/>
    <p:sldId id="287" r:id="rId12"/>
    <p:sldId id="279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E3"/>
    <a:srgbClr val="131E35"/>
    <a:srgbClr val="9AB3DF"/>
    <a:srgbClr val="223761"/>
    <a:srgbClr val="1B55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A6EBE2-3C8A-42FA-BD2D-D26166A8BFE8}" v="5" dt="2026-06-12T09:06:15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9E5D7-9B6A-499D-963D-ECC13A179235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89185-512F-4442-BDEA-E75DA3B5AD4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14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6">
            <a:extLst>
              <a:ext uri="{FF2B5EF4-FFF2-40B4-BE49-F238E27FC236}">
                <a16:creationId xmlns:a16="http://schemas.microsoft.com/office/drawing/2014/main" id="{3EFD1A67-A7DC-4BC2-9780-105286EF3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74559C2-37FD-499E-BA87-16D6B3122C74}" type="datetime1">
              <a:rPr lang="de-DE" smtClean="0"/>
              <a:t>12.06.2026</a:t>
            </a:fld>
            <a:endParaRPr lang="de-DE"/>
          </a:p>
        </p:txBody>
      </p:sp>
      <p:sp>
        <p:nvSpPr>
          <p:cNvPr id="3" name="Fußzeilenplatzhalter 7">
            <a:extLst>
              <a:ext uri="{FF2B5EF4-FFF2-40B4-BE49-F238E27FC236}">
                <a16:creationId xmlns:a16="http://schemas.microsoft.com/office/drawing/2014/main" id="{F4D0A61F-A2B0-4942-AC8A-B57FA1ACB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4" name="Foliennummernplatzhalter 9">
            <a:extLst>
              <a:ext uri="{FF2B5EF4-FFF2-40B4-BE49-F238E27FC236}">
                <a16:creationId xmlns:a16="http://schemas.microsoft.com/office/drawing/2014/main" id="{FECD752B-357D-49F7-82C6-4442CB40D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905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-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097ACFF-159C-41CD-B5F5-257E74C335D6}"/>
              </a:ext>
            </a:extLst>
          </p:cNvPr>
          <p:cNvSpPr/>
          <p:nvPr userDrawn="1"/>
        </p:nvSpPr>
        <p:spPr>
          <a:xfrm>
            <a:off x="0" y="0"/>
            <a:ext cx="12192000" cy="125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F0716F6C-1FEA-48D9-A629-90DC68191AD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52371" y="1989000"/>
            <a:ext cx="9525789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Präsentationstitel 44pt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0B79B800-1F4C-4020-AD36-03A6005776E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52371" y="3449320"/>
            <a:ext cx="9525789" cy="18311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Untertitel 28pt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DBB6D62-9021-406C-87D2-AFB905AFFE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839" y="141744"/>
            <a:ext cx="2414225" cy="926672"/>
          </a:xfrm>
          <a:prstGeom prst="rect">
            <a:avLst/>
          </a:prstGeom>
        </p:spPr>
      </p:pic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90F1BF02-9A8F-408C-89A2-BA889DA12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147EE13-74AE-4C8A-9A97-03731C3CCC37}" type="datetime1">
              <a:rPr lang="de-DE" smtClean="0"/>
              <a:t>12.06.2026</a:t>
            </a:fld>
            <a:endParaRPr lang="de-DE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FCCCA04C-CC81-453D-B35A-DDBCCA3CA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DE42C5E0-7967-4753-9066-3DBEB2DAD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255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097ACFF-159C-41CD-B5F5-257E74C335D6}"/>
              </a:ext>
            </a:extLst>
          </p:cNvPr>
          <p:cNvSpPr/>
          <p:nvPr userDrawn="1"/>
        </p:nvSpPr>
        <p:spPr>
          <a:xfrm>
            <a:off x="0" y="0"/>
            <a:ext cx="12192000" cy="125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F0716F6C-1FEA-48D9-A629-90DC68191AD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96000" y="2909713"/>
            <a:ext cx="5776064" cy="30243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Vorname Nachname</a:t>
            </a:r>
          </a:p>
          <a:p>
            <a:pPr lvl="0"/>
            <a:r>
              <a:rPr lang="de-DE"/>
              <a:t>Servicebündel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E-Mail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EC4BB12-23A3-4CD7-B7CA-FEE23F1B8663}"/>
              </a:ext>
            </a:extLst>
          </p:cNvPr>
          <p:cNvSpPr/>
          <p:nvPr userDrawn="1"/>
        </p:nvSpPr>
        <p:spPr>
          <a:xfrm>
            <a:off x="6099070" y="1833241"/>
            <a:ext cx="383076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4400">
                <a:solidFill>
                  <a:schemeClr val="bg1"/>
                </a:solidFill>
                <a:latin typeface="Arial-BoldMT"/>
              </a:rPr>
              <a:t>Kontakt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EFFBDC8-C276-4F13-BE32-CC746C96C5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839" y="141744"/>
            <a:ext cx="2414225" cy="926672"/>
          </a:xfrm>
          <a:prstGeom prst="rect">
            <a:avLst/>
          </a:prstGeom>
        </p:spPr>
      </p:pic>
      <p:sp>
        <p:nvSpPr>
          <p:cNvPr id="10" name="Datumsplatzhalter 6">
            <a:extLst>
              <a:ext uri="{FF2B5EF4-FFF2-40B4-BE49-F238E27FC236}">
                <a16:creationId xmlns:a16="http://schemas.microsoft.com/office/drawing/2014/main" id="{6B8D0528-85A4-4DD9-A17C-67F052ED7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4B1A88-DBAF-4EA6-B634-A43472FD02FE}" type="datetime1">
              <a:rPr lang="de-DE" smtClean="0"/>
              <a:t>12.06.2026</a:t>
            </a:fld>
            <a:endParaRPr lang="de-DE"/>
          </a:p>
        </p:txBody>
      </p:sp>
      <p:sp>
        <p:nvSpPr>
          <p:cNvPr id="11" name="Fußzeilenplatzhalter 7">
            <a:extLst>
              <a:ext uri="{FF2B5EF4-FFF2-40B4-BE49-F238E27FC236}">
                <a16:creationId xmlns:a16="http://schemas.microsoft.com/office/drawing/2014/main" id="{0C7614D8-1ECF-4267-8CCB-AD0A91CEF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12" name="Foliennummernplatzhalter 9">
            <a:extLst>
              <a:ext uri="{FF2B5EF4-FFF2-40B4-BE49-F238E27FC236}">
                <a16:creationId xmlns:a16="http://schemas.microsoft.com/office/drawing/2014/main" id="{55D5997A-02CE-456E-A1D6-0ED1ADB99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471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000" y="2709000"/>
            <a:ext cx="10800000" cy="144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4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Zwischentitel 44pt</a:t>
            </a:r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D2F0291E-8CC7-466E-925E-EA0C70D415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63D2B64-07AB-4121-B5F1-30457100281D}" type="datetime1">
              <a:rPr lang="de-DE" smtClean="0"/>
              <a:t>12.06.2026</a:t>
            </a:fld>
            <a:endParaRPr lang="de-DE"/>
          </a:p>
        </p:txBody>
      </p:sp>
      <p:sp>
        <p:nvSpPr>
          <p:cNvPr id="4" name="Fußzeilenplatzhalter 7">
            <a:extLst>
              <a:ext uri="{FF2B5EF4-FFF2-40B4-BE49-F238E27FC236}">
                <a16:creationId xmlns:a16="http://schemas.microsoft.com/office/drawing/2014/main" id="{CABD5A4C-B943-4C2D-833E-93549E190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F2C2401F-7728-4D73-8553-09899724C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491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- Stichpunktliste (klei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596000" y="195027"/>
            <a:ext cx="9000000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49600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06806908-C5D9-48F9-A721-23F36C36455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96000" y="2691171"/>
            <a:ext cx="7200000" cy="3600000"/>
          </a:xfrm>
          <a:prstGeom prst="rect">
            <a:avLst/>
          </a:prstGeom>
        </p:spPr>
        <p:txBody>
          <a:bodyPr/>
          <a:lstStyle>
            <a:lvl1pPr marL="182563" indent="-182563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Stichpunktliste 24pt</a:t>
            </a:r>
          </a:p>
          <a:p>
            <a:pPr lvl="0"/>
            <a:r>
              <a:rPr lang="de-DE"/>
              <a:t>Stichpunktliste 24pt</a:t>
            </a:r>
            <a:br>
              <a:rPr lang="de-DE"/>
            </a:br>
            <a:r>
              <a:rPr lang="de-DE"/>
              <a:t>Stichpunktliste 24pt</a:t>
            </a:r>
          </a:p>
          <a:p>
            <a:pPr lvl="0"/>
            <a:r>
              <a:rPr lang="de-DE"/>
              <a:t>Stichpunktliste 24pt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620384E2-F29D-4CCE-84E1-8F867A393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53A4BAA-80BE-4AEE-BD02-6E2A42BD91E1}" type="datetime1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91E7F5B2-2BE4-4A60-A976-85788ADE3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07EB06A0-F248-4546-AEE0-58FDDC32B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43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- Stichpunktliste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596000" y="195027"/>
            <a:ext cx="9000000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49600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28pt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96000" y="2691171"/>
            <a:ext cx="7200000" cy="3600000"/>
          </a:xfrm>
          <a:prstGeom prst="rect">
            <a:avLst/>
          </a:prstGeom>
        </p:spPr>
        <p:txBody>
          <a:bodyPr/>
          <a:lstStyle>
            <a:lvl1pPr marL="182563" indent="-182563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Stichpunktliste 28pt</a:t>
            </a:r>
          </a:p>
          <a:p>
            <a:pPr lvl="0"/>
            <a:r>
              <a:rPr lang="de-DE"/>
              <a:t>Stichpunktliste 28pt</a:t>
            </a:r>
            <a:br>
              <a:rPr lang="de-DE"/>
            </a:br>
            <a:r>
              <a:rPr lang="de-DE"/>
              <a:t>Stichpunktliste 28pt</a:t>
            </a:r>
          </a:p>
          <a:p>
            <a:pPr lvl="0"/>
            <a:r>
              <a:rPr lang="de-DE"/>
              <a:t>Stichpunktliste 28pt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6F23CDD6-30EB-40CE-96A5-93F5D9342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840E43-3F87-46C3-B5EF-4E57E96EDDB3}" type="datetime1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EF8093B4-EB13-4315-8C57-0DB6BFB8A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7" name="Foliennummernplatzhalter 9">
            <a:extLst>
              <a:ext uri="{FF2B5EF4-FFF2-40B4-BE49-F238E27FC236}">
                <a16:creationId xmlns:a16="http://schemas.microsoft.com/office/drawing/2014/main" id="{BEF72785-7E8E-4AF4-BCDD-391A5D851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044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-Kombinat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11281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11283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24pt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11283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Stichpunktliste 24pt</a:t>
            </a:r>
            <a:br>
              <a:rPr lang="de-DE"/>
            </a:br>
            <a:r>
              <a:rPr lang="de-DE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Stichpunktliste 24pt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237088D3-FAF1-4938-B1B6-08A9D32D79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79537AB3-A61E-443F-A18B-746A79DB5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74E137C-8DDD-4F3B-8722-86DC93E41762}" type="datetime1">
              <a:rPr lang="de-DE" smtClean="0"/>
              <a:t>12.06.2026</a:t>
            </a:fld>
            <a:endParaRPr lang="de-DE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AC23CC68-8FE4-4567-9EF6-988C28EAC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58371C85-0F0E-49D1-AD9F-DFEBAC062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919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-Kombinat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07678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0768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28pt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07680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Stichpunktliste 28pt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Stichpunktliste 28pt</a:t>
            </a:r>
            <a:br>
              <a:rPr lang="de-DE"/>
            </a:br>
            <a:r>
              <a:rPr lang="de-DE"/>
              <a:t>Stichpunktliste 28pt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Stichpunktliste 28pt</a:t>
            </a:r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4D55736F-683C-4C9F-AA3F-7A26B786991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78C930EE-0E16-451D-85AD-EFAD2ACF2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DB9055-95CE-470A-A125-6B41EBA46E42}" type="datetime1">
              <a:rPr lang="de-DE" smtClean="0"/>
              <a:t>12.06.2026</a:t>
            </a:fld>
            <a:endParaRPr lang="de-DE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BABCF8FC-0D4C-4514-BC45-DE4CB0A66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9" name="Foliennummernplatzhalter 9">
            <a:extLst>
              <a:ext uri="{FF2B5EF4-FFF2-40B4-BE49-F238E27FC236}">
                <a16:creationId xmlns:a16="http://schemas.microsoft.com/office/drawing/2014/main" id="{0A60CCC6-C6AC-4000-B18D-7E88F4C4B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617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tych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4D55736F-683C-4C9F-AA3F-7A26B786991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C39630C9-1EB0-4914-B2D4-A540325E9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92996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B13C3ABD-763E-4DF8-8259-179A53B2A19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86439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0" name="Inhaltsplatzhalter 11">
            <a:extLst>
              <a:ext uri="{FF2B5EF4-FFF2-40B4-BE49-F238E27FC236}">
                <a16:creationId xmlns:a16="http://schemas.microsoft.com/office/drawing/2014/main" id="{7488189E-432C-4173-B00B-F452E50FFDD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54842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20pt</a:t>
            </a:r>
          </a:p>
        </p:txBody>
      </p:sp>
      <p:sp>
        <p:nvSpPr>
          <p:cNvPr id="21" name="Inhaltsplatzhalter 11">
            <a:extLst>
              <a:ext uri="{FF2B5EF4-FFF2-40B4-BE49-F238E27FC236}">
                <a16:creationId xmlns:a16="http://schemas.microsoft.com/office/drawing/2014/main" id="{10966445-108C-4A76-91A3-08C7D06CBCD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47986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20pt</a:t>
            </a:r>
          </a:p>
        </p:txBody>
      </p:sp>
      <p:sp>
        <p:nvSpPr>
          <p:cNvPr id="22" name="Inhaltsplatzhalter 11">
            <a:extLst>
              <a:ext uri="{FF2B5EF4-FFF2-40B4-BE49-F238E27FC236}">
                <a16:creationId xmlns:a16="http://schemas.microsoft.com/office/drawing/2014/main" id="{46717A0A-3AD4-4764-955F-CB198751296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441130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20pt</a:t>
            </a:r>
          </a:p>
        </p:txBody>
      </p:sp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19E7513C-A497-4D72-8E38-8E5AEAF7C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D5E51B-DDF5-4AB8-B054-70F956EEA97C}" type="datetime1">
              <a:rPr lang="de-DE" smtClean="0"/>
              <a:t>12.06.2026</a:t>
            </a:fld>
            <a:endParaRPr lang="de-DE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627AC99E-18CF-4889-B9AE-BE293B27E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F76B6652-0667-42B0-BADE-F95C02482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586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8D5E680-3D6F-4A6B-BD13-B12991546F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5" t="21569" r="19998" b="34"/>
          <a:stretch/>
        </p:blipFill>
        <p:spPr>
          <a:xfrm>
            <a:off x="-16329" y="0"/>
            <a:ext cx="12246430" cy="6854952"/>
          </a:xfrm>
          <a:prstGeom prst="rect">
            <a:avLst/>
          </a:prstGeom>
        </p:spPr>
      </p:pic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11A6582B-198A-43DB-97E7-9A07761E8F6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000" y="1256718"/>
            <a:ext cx="10800000" cy="43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5400">
                <a:solidFill>
                  <a:srgbClr val="9AB3DF"/>
                </a:solidFill>
                <a:latin typeface="Arial-BoldMT"/>
              </a:defRPr>
            </a:lvl1pPr>
          </a:lstStyle>
          <a:p>
            <a:pPr lvl="0"/>
            <a:r>
              <a:rPr lang="de-DE"/>
              <a:t>„Zitatfolie 54pt“</a:t>
            </a:r>
          </a:p>
        </p:txBody>
      </p:sp>
      <p:sp>
        <p:nvSpPr>
          <p:cNvPr id="8" name="Inhaltsplatzhalter 11">
            <a:extLst>
              <a:ext uri="{FF2B5EF4-FFF2-40B4-BE49-F238E27FC236}">
                <a16:creationId xmlns:a16="http://schemas.microsoft.com/office/drawing/2014/main" id="{5AF14CC7-0BA0-4C72-9790-93155E544AC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6000" y="5601282"/>
            <a:ext cx="10800000" cy="43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rgbClr val="9AB3DF"/>
                </a:solidFill>
                <a:latin typeface="Arial-BoldMT"/>
              </a:defRPr>
            </a:lvl1pPr>
          </a:lstStyle>
          <a:p>
            <a:pPr lvl="0"/>
            <a:r>
              <a:rPr lang="de-DE"/>
              <a:t>Name Zitatgeber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9B5C52F-1A1F-43FE-9691-01F1D1D03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C369EED-E6D3-4587-8846-695ED214D411}" type="datetime1">
              <a:rPr lang="de-DE" smtClean="0"/>
              <a:t>12.06.2026</a:t>
            </a:fld>
            <a:endParaRPr lang="de-DE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70B1C080-3252-4EA6-817A-2400E298E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377AEC-4DCE-44C5-94EE-ED06CE268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2690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58409" y="766976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20pt</a:t>
            </a:r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4763F371-AB6B-430C-A040-C20089E6B7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58409" y="2709829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24pt</a:t>
            </a:r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F14117A1-E274-406B-9CC9-B7C88A5AA4D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58409" y="4652682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28pt</a:t>
            </a:r>
          </a:p>
        </p:txBody>
      </p:sp>
      <p:sp>
        <p:nvSpPr>
          <p:cNvPr id="19" name="Inhaltsplatzhalter 11">
            <a:extLst>
              <a:ext uri="{FF2B5EF4-FFF2-40B4-BE49-F238E27FC236}">
                <a16:creationId xmlns:a16="http://schemas.microsoft.com/office/drawing/2014/main" id="{23A91483-761E-4971-8987-FA73FED1314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429835" y="773452"/>
            <a:ext cx="144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16pt</a:t>
            </a:r>
          </a:p>
        </p:txBody>
      </p:sp>
      <p:sp>
        <p:nvSpPr>
          <p:cNvPr id="20" name="Inhaltsplatzhalter 11">
            <a:extLst>
              <a:ext uri="{FF2B5EF4-FFF2-40B4-BE49-F238E27FC236}">
                <a16:creationId xmlns:a16="http://schemas.microsoft.com/office/drawing/2014/main" id="{E9F2D1BD-4E20-4C38-B364-0B24BFCC84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741261" y="773453"/>
            <a:ext cx="144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20pt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C6CC954D-0B9E-4F3D-B3F5-C0B2B9748F0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429835" y="2709828"/>
            <a:ext cx="1440000" cy="1438341"/>
          </a:xfrm>
          <a:prstGeom prst="roundRect">
            <a:avLst>
              <a:gd name="adj" fmla="val 50000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16pt</a:t>
            </a:r>
          </a:p>
        </p:txBody>
      </p:sp>
      <p:sp>
        <p:nvSpPr>
          <p:cNvPr id="8" name="Inhaltsplatzhalter 11">
            <a:extLst>
              <a:ext uri="{FF2B5EF4-FFF2-40B4-BE49-F238E27FC236}">
                <a16:creationId xmlns:a16="http://schemas.microsoft.com/office/drawing/2014/main" id="{540C84A1-6DBE-415E-80E4-CD3A6D4216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356781" y="2709829"/>
            <a:ext cx="2232000" cy="2229429"/>
          </a:xfrm>
          <a:prstGeom prst="roundRect">
            <a:avLst>
              <a:gd name="adj" fmla="val 50000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20pt</a:t>
            </a:r>
          </a:p>
        </p:txBody>
      </p:sp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92E9C889-9056-4900-9914-BF3BE3A39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5BA9D9-54B9-4EF9-A6CB-4EF3E6227C81}" type="datetime1">
              <a:rPr lang="de-DE" smtClean="0"/>
              <a:t>12.06.2026</a:t>
            </a:fld>
            <a:endParaRPr lang="de-DE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4E05B679-C7C0-4584-A184-CC009F746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87EF1F89-D768-4BB5-80C1-A2E3C79A2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271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/PNG- Text-Kombi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11281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11283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/>
              <a:t>Fließtext 24pt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11283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Stichpunktliste 24pt</a:t>
            </a:r>
            <a:br>
              <a:rPr lang="de-DE"/>
            </a:br>
            <a:r>
              <a:rPr lang="de-DE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Stichpunktliste 24pt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3F284A65-15CD-400B-83B9-533D6DE11D0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07842" y="2058772"/>
            <a:ext cx="2743617" cy="2740456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317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131E35"/>
                </a:solidFill>
                <a:latin typeface="Arial-BoldMT"/>
              </a:defRPr>
            </a:lvl1pPr>
          </a:lstStyle>
          <a:p>
            <a:pPr lvl="0"/>
            <a:r>
              <a:rPr lang="de-DE"/>
              <a:t>transparente.png-Datei</a:t>
            </a:r>
            <a:br>
              <a:rPr lang="de-DE"/>
            </a:br>
            <a:r>
              <a:rPr lang="de-DE"/>
              <a:t>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F7627E31-DBD5-48D8-938A-B64440C8F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E4EC1D-7BC0-48F8-8D82-23E240331DC7}" type="datetime1">
              <a:rPr lang="de-DE" smtClean="0"/>
              <a:t>12.06.2026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682B91D-9E2F-4FF9-B566-0022F3CD0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9" name="Foliennummernplatzhalter 9">
            <a:extLst>
              <a:ext uri="{FF2B5EF4-FFF2-40B4-BE49-F238E27FC236}">
                <a16:creationId xmlns:a16="http://schemas.microsoft.com/office/drawing/2014/main" id="{E98D8522-93BD-42CE-B97D-2FBF8678C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91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23761"/>
            </a:gs>
            <a:gs pos="73000">
              <a:srgbClr val="131E3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BC7E4C8D-5CAB-4D9F-80D8-A5909E6A8158}"/>
              </a:ext>
            </a:extLst>
          </p:cNvPr>
          <p:cNvSpPr txBox="1">
            <a:spLocks/>
          </p:cNvSpPr>
          <p:nvPr userDrawn="1"/>
        </p:nvSpPr>
        <p:spPr>
          <a:xfrm>
            <a:off x="1096079" y="6492873"/>
            <a:ext cx="7219581" cy="365122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3FAE9D41-E32C-4D8F-8FA2-2B57B0D21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2941C0B-7E34-4236-9E61-266981EF7484}" type="datetime1">
              <a:rPr lang="de-DE" smtClean="0"/>
              <a:t>12.06.2026</a:t>
            </a:fld>
            <a:endParaRPr lang="de-DE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6DEE7113-C451-4C20-A9C4-4ED131DD7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&lt;Name der Veranstaltung&gt;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AA57366-A697-42DF-930F-C8F555721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952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7" r:id="rId2"/>
    <p:sldLayoutId id="2147483668" r:id="rId3"/>
    <p:sldLayoutId id="2147483649" r:id="rId4"/>
    <p:sldLayoutId id="2147483651" r:id="rId5"/>
    <p:sldLayoutId id="2147483650" r:id="rId6"/>
    <p:sldLayoutId id="2147483654" r:id="rId7"/>
    <p:sldLayoutId id="2147483655" r:id="rId8"/>
    <p:sldLayoutId id="2147483657" r:id="rId9"/>
    <p:sldLayoutId id="2147483652" r:id="rId10"/>
    <p:sldLayoutId id="2147483656" r:id="rId11"/>
    <p:sldLayoutId id="214748366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E273ED9-2CF6-4ED5-9B83-CE9202F19EF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70904" y="2801800"/>
            <a:ext cx="5210329" cy="1440000"/>
          </a:xfrm>
        </p:spPr>
        <p:txBody>
          <a:bodyPr lIns="91440" tIns="45720" rIns="91440" bIns="45720" anchor="t"/>
          <a:lstStyle/>
          <a:p>
            <a:r>
              <a:rPr lang="de-DE" dirty="0"/>
              <a:t>Ansible </a:t>
            </a:r>
          </a:p>
          <a:p>
            <a:r>
              <a:rPr lang="de-DE" sz="2400" dirty="0"/>
              <a:t>Von Arif, Osman und Justin 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E592994-37D1-4CD8-AA0C-01896AC71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337300"/>
            <a:ext cx="5307260" cy="520699"/>
          </a:xfrm>
        </p:spPr>
        <p:txBody>
          <a:bodyPr/>
          <a:lstStyle/>
          <a:p>
            <a:r>
              <a:rPr lang="de-DE" dirty="0">
                <a:latin typeface="Arial"/>
                <a:cs typeface="Arial"/>
              </a:rPr>
              <a:t>IT.NRW • Netzwerkdrucker</a:t>
            </a:r>
            <a:endParaRPr lang="de-DE" sz="4400" b="1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796D9BF-82B2-414C-9E29-FF8A6AFCA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02596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421898-C703-9FDF-112C-A092028B930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11281" y="195027"/>
            <a:ext cx="7200001" cy="432000"/>
          </a:xfrm>
        </p:spPr>
        <p:txBody>
          <a:bodyPr lIns="91440" tIns="45720" rIns="91440" bIns="45720">
            <a:noAutofit/>
          </a:bodyPr>
          <a:lstStyle/>
          <a:p>
            <a:pPr>
              <a:lnSpc>
                <a:spcPct val="90000"/>
              </a:lnSpc>
            </a:pPr>
            <a:r>
              <a:rPr lang="de-DE" sz="3200" dirty="0"/>
              <a:t>Inhalt der Präsentation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4C13849-074E-3A18-B40C-6C524E98E3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02734" y="2112665"/>
            <a:ext cx="7200000" cy="2632669"/>
          </a:xfrm>
        </p:spPr>
        <p:txBody>
          <a:bodyPr lIns="91440" tIns="45720" rIns="91440" bIns="45720">
            <a:noAutofit/>
          </a:bodyPr>
          <a:lstStyle/>
          <a:p>
            <a:pPr marL="457200" indent="-457200">
              <a:buAutoNum type="arabicPeriod"/>
            </a:pPr>
            <a:r>
              <a:rPr lang="de-DE" sz="2800" dirty="0"/>
              <a:t>Deep- Dive (Ordnderstrukturen)</a:t>
            </a:r>
          </a:p>
          <a:p>
            <a:pPr marL="457200" indent="-457200">
              <a:buAutoNum type="arabicPeriod"/>
            </a:pPr>
            <a:r>
              <a:rPr lang="de-DE" sz="2800" dirty="0"/>
              <a:t>Szenario 3</a:t>
            </a:r>
          </a:p>
        </p:txBody>
      </p:sp>
      <p:pic>
        <p:nvPicPr>
          <p:cNvPr id="15" name="Picture 14" descr="Kurznotizen an einer Wand">
            <a:extLst>
              <a:ext uri="{FF2B5EF4-FFF2-40B4-BE49-F238E27FC236}">
                <a16:creationId xmlns:a16="http://schemas.microsoft.com/office/drawing/2014/main" id="{4C3E12B5-BF66-1924-567B-D0937185C4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00" r="29763" b="2"/>
          <a:stretch>
            <a:fillRect/>
          </a:stretch>
        </p:blipFill>
        <p:spPr>
          <a:xfrm>
            <a:off x="-148" y="10"/>
            <a:ext cx="4005412" cy="6857990"/>
          </a:xfrm>
          <a:prstGeom prst="rect">
            <a:avLst/>
          </a:prstGeom>
          <a:noFill/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12A651-4DD5-D7DC-691C-E08EE7F95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147EE13-74AE-4C8A-9A97-03731C3CCC37}" type="datetime1">
              <a:rPr lang="de-DE" smtClean="0"/>
              <a:pPr>
                <a:spcAft>
                  <a:spcPts val="600"/>
                </a:spcAft>
              </a:pPr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F68873-B6A4-7683-FF66-798F5A17F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89400" y="6492874"/>
            <a:ext cx="632708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IT.NRW • </a:t>
            </a:r>
            <a:r>
              <a:rPr lang="de-DE" dirty="0">
                <a:latin typeface="Arial"/>
                <a:cs typeface="Arial"/>
              </a:rPr>
              <a:t>Ansible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F2E8FF-D4BA-AD70-F099-389C858F6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3226C65-7789-4BF6-B2CA-C7BABEB02AEA}" type="slidenum">
              <a:rPr lang="de-DE" smtClean="0"/>
              <a:pPr>
                <a:spcAft>
                  <a:spcPts val="600"/>
                </a:spcAft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863530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DBCC92D-7FC1-4A1D-A704-6B74E6A4E5F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lIns="91440" tIns="45720" rIns="91440" bIns="45720" anchor="t"/>
          <a:lstStyle/>
          <a:p>
            <a:r>
              <a:rPr lang="de-DE" sz="3200" dirty="0"/>
              <a:t>Deep-Dive (Ordner)</a:t>
            </a:r>
          </a:p>
          <a:p>
            <a:endParaRPr lang="de-DE" sz="320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E76CF4-F706-4D76-880A-441E76B16E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6335" y="1418278"/>
            <a:ext cx="9071218" cy="4021443"/>
          </a:xfrm>
        </p:spPr>
        <p:txBody>
          <a:bodyPr lIns="91440" tIns="45720" rIns="91440" bIns="45720" anchor="t"/>
          <a:lstStyle/>
          <a:p>
            <a:pPr marL="182245" indent="-182245">
              <a:lnSpc>
                <a:spcPct val="150000"/>
              </a:lnSpc>
              <a:buFont typeface="Calibri" panose="020B0604020202020204" pitchFamily="34" charset="0"/>
              <a:buChar char="-"/>
            </a:pPr>
            <a:endParaRPr lang="de-DE" dirty="0"/>
          </a:p>
          <a:p>
            <a:pPr marL="182245" indent="-182245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de-DE" sz="2800" dirty="0"/>
              <a:t>Warum gibt es Ordner ?</a:t>
            </a:r>
          </a:p>
          <a:p>
            <a:pPr marL="182245" indent="-182245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de-DE" sz="2800" dirty="0"/>
              <a:t>Zu Vereinfachung / Übersichtlicher im Betrieb</a:t>
            </a:r>
          </a:p>
          <a:p>
            <a:pPr marL="182245" indent="-182245">
              <a:lnSpc>
                <a:spcPct val="150000"/>
              </a:lnSpc>
              <a:buFont typeface="Calibri" panose="020B0604020202020204" pitchFamily="34" charset="0"/>
              <a:buChar char="-"/>
            </a:pPr>
            <a:endParaRPr lang="de-DE" sz="2800" dirty="0"/>
          </a:p>
          <a:p>
            <a:pPr marL="182245" indent="-182245">
              <a:lnSpc>
                <a:spcPct val="150000"/>
              </a:lnSpc>
              <a:buFont typeface="Calibri" panose="020B0604020202020204" pitchFamily="34" charset="0"/>
              <a:buChar char="-"/>
            </a:pPr>
            <a:endParaRPr lang="de-DE" sz="2800" dirty="0"/>
          </a:p>
          <a:p>
            <a:pPr marL="0" indent="0">
              <a:lnSpc>
                <a:spcPct val="150000"/>
              </a:lnSpc>
              <a:buNone/>
            </a:pP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21DA51F-6AC3-4C26-BEB2-C93A427345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8C6717A-D38A-4EB4-9AED-9B1280511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1424" y="6480410"/>
            <a:ext cx="9361040" cy="365125"/>
          </a:xfrm>
        </p:spPr>
        <p:txBody>
          <a:bodyPr/>
          <a:lstStyle/>
          <a:p>
            <a:r>
              <a:rPr lang="de-DE" dirty="0">
                <a:latin typeface="Arial"/>
                <a:cs typeface="Arial"/>
              </a:rPr>
              <a:t>IT.NRW • Ansible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51529A-4221-44D6-8669-16C2F3EC1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260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F34D-5A1D-7CAA-A9D6-9B4135316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E40396B-C253-C932-C0A5-D8032A74256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lIns="91440" tIns="45720" rIns="91440" bIns="45720" anchor="t"/>
          <a:lstStyle/>
          <a:p>
            <a:r>
              <a:rPr lang="de-DE" sz="3200" dirty="0"/>
              <a:t>Deep-Dive (Ordner)</a:t>
            </a:r>
          </a:p>
          <a:p>
            <a:endParaRPr lang="de-DE" sz="320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76FAAA-ACC9-1140-6C57-32FD769C2E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449" y="990824"/>
            <a:ext cx="10937191" cy="5477123"/>
          </a:xfrm>
        </p:spPr>
        <p:txBody>
          <a:bodyPr lIns="91440" tIns="45720" rIns="91440" bIns="45720" anchor="t"/>
          <a:lstStyle/>
          <a:p>
            <a:pPr marL="0" indent="0">
              <a:lnSpc>
                <a:spcPct val="150000"/>
              </a:lnSpc>
              <a:buNone/>
            </a:pPr>
            <a:r>
              <a:rPr lang="de-DE" sz="2800" dirty="0"/>
              <a:t>Die wichtigsten Ordner lauten:</a:t>
            </a:r>
          </a:p>
          <a:p>
            <a:pPr marL="182245" indent="-182245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de-DE" dirty="0"/>
              <a:t>Tasks -&gt; Was soll man machen ?</a:t>
            </a:r>
          </a:p>
          <a:p>
            <a:pPr marL="182245" indent="-182245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de-DE" dirty="0"/>
              <a:t>Templates -&gt; Das ist die Vorlage</a:t>
            </a:r>
          </a:p>
          <a:p>
            <a:pPr marL="182245" indent="-182245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de-DE" dirty="0"/>
              <a:t>Files -&gt; Sind Ferige Dateien die kopiert werden</a:t>
            </a:r>
          </a:p>
          <a:p>
            <a:pPr marL="182245" indent="-182245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de-DE" dirty="0"/>
              <a:t>Handlers -&gt; Sind Sonderaktionen die Dienste neu starten</a:t>
            </a:r>
          </a:p>
          <a:p>
            <a:pPr marL="182245" indent="-182245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de-DE" dirty="0"/>
              <a:t>Defaults -&gt; Standartwerte wenn es leer bleibt</a:t>
            </a:r>
          </a:p>
          <a:p>
            <a:pPr marL="182245" indent="-182245">
              <a:lnSpc>
                <a:spcPct val="150000"/>
              </a:lnSpc>
              <a:buFont typeface="Calibri" panose="020B0604020202020204" pitchFamily="34" charset="0"/>
              <a:buChar char="-"/>
            </a:pPr>
            <a:endParaRPr lang="de-DE" sz="2800" dirty="0"/>
          </a:p>
          <a:p>
            <a:pPr marL="0" indent="0">
              <a:lnSpc>
                <a:spcPct val="150000"/>
              </a:lnSpc>
              <a:buNone/>
            </a:pP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DB29FD8-69AB-68C4-040E-B72BA07D879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85152-8E9B-4066-80B1-3C8B197175FF}" type="datetime1">
              <a:rPr lang="de-DE" smtClean="0"/>
              <a:t>12.06.2026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DBFF1C2-9E9F-3E5D-D7A3-F3740C009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1424" y="6480410"/>
            <a:ext cx="9361040" cy="365125"/>
          </a:xfrm>
        </p:spPr>
        <p:txBody>
          <a:bodyPr/>
          <a:lstStyle/>
          <a:p>
            <a:r>
              <a:rPr lang="de-DE" dirty="0">
                <a:latin typeface="Arial"/>
                <a:cs typeface="Arial"/>
              </a:rPr>
              <a:t>IT.NRW • Ansible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08E5DF9-EC10-D4F1-A598-4EC1760CC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8867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C1BEE49-68CF-0157-70E9-33458BBC84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95999" y="245269"/>
            <a:ext cx="7200001" cy="432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de-DE" sz="3200" dirty="0"/>
              <a:t> Beispiel 1 Webserver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EEBF189-D86A-5A2C-A7B6-78E7BC69A8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360" y="1042737"/>
            <a:ext cx="10958282" cy="5154863"/>
          </a:xfrm>
        </p:spPr>
        <p:txBody>
          <a:bodyPr/>
          <a:lstStyle/>
          <a:p>
            <a:r>
              <a:rPr lang="en-US" dirty="0"/>
              <a:t>Webserver </a:t>
            </a:r>
            <a:r>
              <a:rPr lang="en-US" dirty="0" err="1"/>
              <a:t>Installieren</a:t>
            </a:r>
            <a:endParaRPr lang="en-US" dirty="0"/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Rolle: nginx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	roles/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		nginx/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			tasks/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			templates/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			handlers/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			defaults/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Tasks/</a:t>
            </a:r>
            <a:r>
              <a:rPr lang="en-US" dirty="0" err="1">
                <a:solidFill>
                  <a:schemeClr val="bg1"/>
                </a:solidFill>
              </a:rPr>
              <a:t>main.yml</a:t>
            </a:r>
            <a:endParaRPr lang="en-US" dirty="0">
              <a:solidFill>
                <a:schemeClr val="bg1"/>
              </a:solidFill>
            </a:endParaRP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-</a:t>
            </a:r>
            <a:r>
              <a:rPr lang="en-US" dirty="0" err="1">
                <a:solidFill>
                  <a:schemeClr val="bg1"/>
                </a:solidFill>
              </a:rPr>
              <a:t>Installiere</a:t>
            </a:r>
            <a:r>
              <a:rPr lang="en-US" dirty="0">
                <a:solidFill>
                  <a:schemeClr val="bg1"/>
                </a:solidFill>
              </a:rPr>
              <a:t> nginx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-</a:t>
            </a:r>
            <a:r>
              <a:rPr lang="en-US" dirty="0" err="1">
                <a:solidFill>
                  <a:schemeClr val="bg1"/>
                </a:solidFill>
              </a:rPr>
              <a:t>Kopiere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Konfiguration</a:t>
            </a:r>
            <a:endParaRPr lang="en-US" dirty="0">
              <a:solidFill>
                <a:schemeClr val="bg1"/>
              </a:solidFill>
            </a:endParaRP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-Start </a:t>
            </a:r>
            <a:r>
              <a:rPr lang="en-US" dirty="0" err="1">
                <a:solidFill>
                  <a:schemeClr val="bg1"/>
                </a:solidFill>
              </a:rPr>
              <a:t>ngnix</a:t>
            </a: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76252C-1A86-ADE4-FE85-F1DE010F4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53A4BAA-80BE-4AEE-BD02-6E2A42BD91E1}" type="datetime1">
              <a:rPr lang="de-DE" smtClean="0"/>
              <a:pPr>
                <a:spcAft>
                  <a:spcPts val="600"/>
                </a:spcAft>
              </a:pPr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0F6E49-3195-A0B8-0FDA-0C0171AAF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9752" y="6482268"/>
            <a:ext cx="64112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IT.NRW • </a:t>
            </a:r>
            <a:r>
              <a:rPr lang="de-DE" dirty="0">
                <a:latin typeface="Arial"/>
                <a:cs typeface="Arial"/>
              </a:rPr>
              <a:t>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471A26-46F3-5C47-6BC5-FB0AF6858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3226C65-7789-4BF6-B2CA-C7BABEB02AEA}" type="slidenum">
              <a:rPr lang="de-DE" smtClean="0"/>
              <a:pPr>
                <a:spcAft>
                  <a:spcPts val="600"/>
                </a:spcAft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266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4913C-6DF9-7F55-08B7-4C3CD9C3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1B41865-C507-517D-164E-C2180893A3F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95999" y="245269"/>
            <a:ext cx="7200001" cy="432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de-DE" sz="3200" dirty="0"/>
              <a:t> Beispiel 2 Mitarbeiter Anlegen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20E8058E-AC0C-919D-CC46-51C3DFF881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360" y="1042737"/>
            <a:ext cx="10958282" cy="5154863"/>
          </a:xfrm>
        </p:spPr>
        <p:txBody>
          <a:bodyPr/>
          <a:lstStyle/>
          <a:p>
            <a:r>
              <a:rPr lang="en-US" dirty="0"/>
              <a:t>Mitarbeiter </a:t>
            </a:r>
            <a:r>
              <a:rPr lang="en-US" dirty="0" err="1"/>
              <a:t>Anlegen</a:t>
            </a:r>
            <a:r>
              <a:rPr lang="en-US" dirty="0"/>
              <a:t> 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	roles/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		user/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			tasks/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			files/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			defaults/</a:t>
            </a: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tasks/</a:t>
            </a:r>
            <a:r>
              <a:rPr lang="en-US" dirty="0" err="1">
                <a:solidFill>
                  <a:schemeClr val="bg1"/>
                </a:solidFill>
              </a:rPr>
              <a:t>main.yml</a:t>
            </a:r>
            <a:endParaRPr lang="en-US" dirty="0">
              <a:solidFill>
                <a:schemeClr val="bg1"/>
              </a:solidFill>
            </a:endParaRP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-</a:t>
            </a:r>
            <a:r>
              <a:rPr lang="en-US" dirty="0" err="1">
                <a:solidFill>
                  <a:schemeClr val="bg1"/>
                </a:solidFill>
              </a:rPr>
              <a:t>benutzer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anlegen</a:t>
            </a:r>
            <a:endParaRPr lang="en-US" dirty="0">
              <a:solidFill>
                <a:schemeClr val="bg1"/>
              </a:solidFill>
            </a:endParaRP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-Home-</a:t>
            </a:r>
            <a:r>
              <a:rPr lang="en-US" dirty="0" err="1">
                <a:solidFill>
                  <a:schemeClr val="bg1"/>
                </a:solidFill>
              </a:rPr>
              <a:t>Verzeichnis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erstellen</a:t>
            </a:r>
            <a:endParaRPr lang="en-US" dirty="0">
              <a:solidFill>
                <a:schemeClr val="bg1"/>
              </a:solidFill>
            </a:endParaRPr>
          </a:p>
          <a:p>
            <a:pPr lvl="1" indent="0">
              <a:buNone/>
            </a:pPr>
            <a:r>
              <a:rPr lang="en-US" dirty="0">
                <a:solidFill>
                  <a:schemeClr val="bg1"/>
                </a:solidFill>
              </a:rPr>
              <a:t>-SSH-Key </a:t>
            </a:r>
            <a:r>
              <a:rPr lang="en-US" dirty="0" err="1">
                <a:solidFill>
                  <a:schemeClr val="bg1"/>
                </a:solidFill>
              </a:rPr>
              <a:t>kopieren</a:t>
            </a:r>
            <a:endParaRPr lang="en-US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F25BEE-E22D-257A-4E51-A23F2B2B1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53A4BAA-80BE-4AEE-BD02-6E2A42BD91E1}" type="datetime1">
              <a:rPr lang="de-DE" smtClean="0"/>
              <a:pPr>
                <a:spcAft>
                  <a:spcPts val="600"/>
                </a:spcAft>
              </a:pPr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2252C5-E02F-6047-2B53-EF58A68D4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9752" y="6482268"/>
            <a:ext cx="64112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IT.NRW • </a:t>
            </a:r>
            <a:r>
              <a:rPr lang="de-DE" dirty="0">
                <a:latin typeface="Arial"/>
                <a:cs typeface="Arial"/>
              </a:rPr>
              <a:t>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C842D2-C0A6-BDE2-79D5-835DDE177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3226C65-7789-4BF6-B2CA-C7BABEB02AEA}" type="slidenum">
              <a:rPr lang="de-DE" smtClean="0"/>
              <a:pPr>
                <a:spcAft>
                  <a:spcPts val="600"/>
                </a:spcAft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5790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0A44B-9CAF-3063-7A5B-DAB5EF22B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17E1A93-AF30-8C36-E692-85A332A69CB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95999" y="365126"/>
            <a:ext cx="7200001" cy="432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de-DE" sz="3200" dirty="0"/>
              <a:t>Szenario 3 File-Server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7E0B3BFF-3709-A334-2C22-5145D4A9BF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5999" y="1629000"/>
            <a:ext cx="7200000" cy="360000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9DE329-4B2A-488C-2501-6D9C58B79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53A4BAA-80BE-4AEE-BD02-6E2A42BD91E1}" type="datetime1">
              <a:rPr lang="de-DE" smtClean="0"/>
              <a:pPr>
                <a:spcAft>
                  <a:spcPts val="600"/>
                </a:spcAft>
              </a:pPr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B54173-E307-E23D-1EB1-41FF2AC1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IT.NRW • Ansible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512BCC-B89C-66B5-4B88-B64FA5591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3226C65-7789-4BF6-B2CA-C7BABEB02AEA}" type="slidenum">
              <a:rPr lang="de-DE" smtClean="0"/>
              <a:pPr>
                <a:spcAft>
                  <a:spcPts val="600"/>
                </a:spcAft>
              </a:pPr>
              <a:t>7</a:t>
            </a:fld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4240C4-6467-7CDB-8FF8-66518DE4A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49" y="935420"/>
            <a:ext cx="11003700" cy="583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1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580BF-E993-31CD-6763-B96A4911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B60DAA9-1895-FE55-05AA-0A0AC09F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95999" y="365126"/>
            <a:ext cx="7200001" cy="432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de-DE" sz="3200" dirty="0"/>
              <a:t>Szenario 3 File-Server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0C3A620D-14CD-E492-99D6-C19C0DFF9E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5999" y="1629000"/>
            <a:ext cx="7200000" cy="360000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8D4B9D-B5F5-3658-06F7-843F92A10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53A4BAA-80BE-4AEE-BD02-6E2A42BD91E1}" type="datetime1">
              <a:rPr lang="de-DE" smtClean="0"/>
              <a:pPr>
                <a:spcAft>
                  <a:spcPts val="600"/>
                </a:spcAft>
              </a:pPr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BB83DA-AEF3-DA61-977E-BB68E026D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IT.NRW • Ansible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EC0F1E-FEE1-D2D0-38FC-E81CF5CF6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3226C65-7789-4BF6-B2CA-C7BABEB02AEA}" type="slidenum">
              <a:rPr lang="de-DE" smtClean="0"/>
              <a:pPr>
                <a:spcAft>
                  <a:spcPts val="600"/>
                </a:spcAft>
              </a:pPr>
              <a:t>8</a:t>
            </a:fld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34A8E2-8CB2-1BFD-4EB2-DA184D8DB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791" y="944731"/>
            <a:ext cx="9584416" cy="554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5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B6CD15-B11E-471A-BFD5-BCA8F008C92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3A4BAA-80BE-4AEE-BD02-6E2A42BD91E1}" type="datetime1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31D703-7C4C-48FE-B8B4-5DD21EB75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latin typeface="Arial"/>
                <a:cs typeface="Arial"/>
              </a:rPr>
              <a:t>IT.NRW •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D825D1-AE5D-4571-B2D7-71017F653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3B41213-62A6-F0C6-A3F0-0774589B2AE4}"/>
              </a:ext>
            </a:extLst>
          </p:cNvPr>
          <p:cNvSpPr txBox="1"/>
          <p:nvPr/>
        </p:nvSpPr>
        <p:spPr>
          <a:xfrm>
            <a:off x="1055440" y="1719116"/>
            <a:ext cx="1738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Kontakt: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A4EEF95-9390-BD71-376B-3709275F9332}"/>
              </a:ext>
            </a:extLst>
          </p:cNvPr>
          <p:cNvSpPr txBox="1"/>
          <p:nvPr/>
        </p:nvSpPr>
        <p:spPr>
          <a:xfrm>
            <a:off x="911424" y="2747502"/>
            <a:ext cx="3690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Justin.Szusz@itd.nrw.de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93CBC34-5E90-1C5B-F3D5-AC1238E9E04A}"/>
              </a:ext>
            </a:extLst>
          </p:cNvPr>
          <p:cNvSpPr txBox="1"/>
          <p:nvPr/>
        </p:nvSpPr>
        <p:spPr>
          <a:xfrm>
            <a:off x="911424" y="3317431"/>
            <a:ext cx="3914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Osman.Yueksel@fv.nrw.de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19B0D54-D947-D30D-3376-B4BD61574846}"/>
              </a:ext>
            </a:extLst>
          </p:cNvPr>
          <p:cNvSpPr txBox="1"/>
          <p:nvPr/>
        </p:nvSpPr>
        <p:spPr>
          <a:xfrm>
            <a:off x="911424" y="3825380"/>
            <a:ext cx="3834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Arif.Tekin@it.nrw.de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267C838-BEBD-2AE7-28F1-C0EAF62B4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980" y="910187"/>
            <a:ext cx="6917427" cy="474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239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asisfolie">
  <a:themeElements>
    <a:clrScheme name="ITNRW_2024">
      <a:dk1>
        <a:srgbClr val="131E35"/>
      </a:dk1>
      <a:lt1>
        <a:sysClr val="window" lastClr="FFFFFF"/>
      </a:lt1>
      <a:dk2>
        <a:srgbClr val="131E35"/>
      </a:dk2>
      <a:lt2>
        <a:srgbClr val="9AB3DF"/>
      </a:lt2>
      <a:accent1>
        <a:srgbClr val="009FE3"/>
      </a:accent1>
      <a:accent2>
        <a:srgbClr val="00689E"/>
      </a:accent2>
      <a:accent3>
        <a:srgbClr val="A1A3A6"/>
      </a:accent3>
      <a:accent4>
        <a:srgbClr val="A0C300"/>
      </a:accent4>
      <a:accent5>
        <a:srgbClr val="00477D"/>
      </a:accent5>
      <a:accent6>
        <a:srgbClr val="00A8B4"/>
      </a:accent6>
      <a:hlink>
        <a:srgbClr val="D0B5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84125446649584C801C4C8547D52534" ma:contentTypeVersion="5" ma:contentTypeDescription="Ein neues Dokument erstellen." ma:contentTypeScope="" ma:versionID="fc685b657101560de8c72d659d6ef9d0">
  <xsd:schema xmlns:xsd="http://www.w3.org/2001/XMLSchema" xmlns:xs="http://www.w3.org/2001/XMLSchema" xmlns:p="http://schemas.microsoft.com/office/2006/metadata/properties" xmlns:ns3="56ef5c19-fa02-415d-870e-96c51b41568b" targetNamespace="http://schemas.microsoft.com/office/2006/metadata/properties" ma:root="true" ma:fieldsID="e711755e29dcfd5a843117b124ef3f72" ns3:_="">
    <xsd:import namespace="56ef5c19-fa02-415d-870e-96c51b41568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ef5c19-fa02-415d-870e-96c51b41568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6ef5c19-fa02-415d-870e-96c51b41568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AD0E6E-95B7-4C03-B2BC-1CAEDFBF32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ef5c19-fa02-415d-870e-96c51b4156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325F36-2BC7-421F-8A89-2D6D5DF5B3CA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  <ds:schemaRef ds:uri="56ef5c19-fa02-415d-870e-96c51b41568b"/>
    <ds:schemaRef ds:uri="http://schemas.microsoft.com/office/2006/metadata/properties"/>
    <ds:schemaRef ds:uri="http://www.w3.org/XML/1998/namespa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C8CAB16-6B63-4311-ACEC-33D6CC362F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Arial-BoldMT</vt:lpstr>
      <vt:lpstr>Calibri</vt:lpstr>
      <vt:lpstr>Basisfolie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Bonrath, Daniel (IT.NRW)</dc:creator>
  <cp:lastModifiedBy>Szusz Justin</cp:lastModifiedBy>
  <cp:revision>5</cp:revision>
  <dcterms:created xsi:type="dcterms:W3CDTF">2024-01-05T11:59:58Z</dcterms:created>
  <dcterms:modified xsi:type="dcterms:W3CDTF">2026-06-12T11:03:52Z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0x010100984125446649584C801C4C8547D52534</vt:lpwstr>
  </property>
</Properties>
</file>